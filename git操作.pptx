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88DA7E-B752-593F-0E14-4EFDF374A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CDFB8B-FD1C-3339-2005-07510DCFC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FCF8ED-4A7A-C485-9785-AD3358EC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C47063-C2A4-7D14-4275-AD32EF5F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128B53-C7DC-8161-9B9A-DE59E256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50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B9FB96-CB9C-3BA8-23A5-70FD9888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01E75E-18E3-F896-0401-33585A6E8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0B25FC-7D55-EF5C-14DA-FBE1B039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8FA8DE-EA7B-7AFC-C431-93C1B6409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4C633D-F827-F93F-77B5-FFAE4D65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817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AEF1A1-2405-226B-959D-7CDA4871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4A7DCD-DE64-ACE8-0B4F-704076972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28F171-BCAF-D41B-644B-CC6F20B0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677D00-91F8-FAB0-23A6-6BE357B8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B98314-4082-32FD-2F6C-1AE899E0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062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49F19E-45B0-DA4D-9981-C6E4B725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585A2-6381-23B9-A739-070B8A24A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885678-8533-0623-CA24-064A05043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9E0020-68CC-12EC-2D49-7D1AF9A4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043F60-EA40-148C-A319-6CB79863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DCE798-A9F7-1765-B9E0-99437470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967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C2CBCB-D9D5-05DC-C1DA-CCA488C2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380F1C-B030-D0AC-0D98-DEFD0070E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65ECFC-D049-43C7-29BA-A485FAE45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DB8D97B-4206-BC5C-1869-16EBB22F0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713C4A1-AD48-711B-035B-978709889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E3123C-AA8D-7CB2-F873-69C04550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B9105A-DE15-E5C9-4FCC-5ED48C25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B47A9CD-B599-5183-B508-AB96DD78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25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49CC1A-6F3B-795F-980B-E3CB8A28B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C52FBDC-FD0E-E77D-53B8-B1AA045E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F6CEFE-2C88-2502-D0D4-506B247D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3A73AF-94C7-F830-8A98-AC0E40A7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69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D083D5-6D68-BDA5-5194-89354A17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D9119C-A06E-FB75-8C11-4412538A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796B17-8DD0-A775-92DE-63B1F0C9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001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AB6629-87FD-8909-FFE3-6D2561EB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8F6F69-609D-12FA-DB5F-8F17F4FFB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FC4CB1-6556-90E1-E003-16E75299A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806B2C-7FF3-117D-9B2E-F8178EA9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57814A-28B6-297E-877D-660619943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F3C9A3-9A5E-50DA-9D0B-765F94A9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54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602742-D638-EFD9-D6EE-19412F7F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B58DDD-170C-6A4A-A052-CCA4B937E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5918FF-12B1-2B89-37AD-2456F3626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091E09-B8A9-C084-4B45-114FA418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7D5D6A-A0A5-4D35-26E3-5E27AEA1C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817068-3F05-EB69-B01B-65A169BF5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62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4A665F-10C0-2741-213D-53E00FDA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2FB939-7F9C-0F8E-2282-B83DBB9F7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D7E516-0CF3-9DC5-E671-FC950364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32F572-A634-F7FA-0C6E-474ED2F7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076CB5-EAEC-B740-114F-8E565A52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75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01DA81B-83F0-B2AD-3AB2-7C3F764AD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699A0F-7F85-FD5F-C2B7-73D97B4BF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91817F-FF7B-4D75-1215-45111BC4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199763-8C73-AAE8-AFC3-F2C23FCB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F97D26-7A21-E166-73E3-075549EA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00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D3A9A7-CD2A-0C30-1780-C021EBDCC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23A2D8-B253-1E51-6BC4-FE95730BE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02631D-DF5F-DA0C-90CE-43E6FE539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03F6A-B419-4848-8459-23EF77919FA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BA0F05-1601-582B-E6DD-FEF55039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EBD198-0082-A9BD-8523-C6F1E17D6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0D3DD-F09C-4CAF-9EA2-CCE6D2A1D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52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677CE65-3B38-9714-6842-16FE1AC4D257}"/>
              </a:ext>
            </a:extLst>
          </p:cNvPr>
          <p:cNvSpPr/>
          <p:nvPr/>
        </p:nvSpPr>
        <p:spPr>
          <a:xfrm>
            <a:off x="4077194" y="118751"/>
            <a:ext cx="3641767" cy="400110"/>
          </a:xfrm>
          <a:prstGeom prst="roundRect">
            <a:avLst/>
          </a:prstGeom>
          <a:noFill/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Git </a:t>
            </a:r>
            <a:r>
              <a:rPr kumimoji="1" lang="ja-JP" altLang="en-US" dirty="0">
                <a:solidFill>
                  <a:schemeClr val="tx1"/>
                </a:solidFill>
              </a:rPr>
              <a:t>履歴情報の削除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A3B49FDA-D07E-D814-4786-8009AA217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924011"/>
              </p:ext>
            </p:extLst>
          </p:nvPr>
        </p:nvGraphicFramePr>
        <p:xfrm>
          <a:off x="543975" y="1014245"/>
          <a:ext cx="725382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265">
                  <a:extLst>
                    <a:ext uri="{9D8B030D-6E8A-4147-A177-3AD203B41FA5}">
                      <a16:colId xmlns:a16="http://schemas.microsoft.com/office/drawing/2014/main" val="195385008"/>
                    </a:ext>
                  </a:extLst>
                </a:gridCol>
                <a:gridCol w="4861560">
                  <a:extLst>
                    <a:ext uri="{9D8B030D-6E8A-4147-A177-3AD203B41FA5}">
                      <a16:colId xmlns:a16="http://schemas.microsoft.com/office/drawing/2014/main" val="522466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ファイル削除、内容修正方法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96355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ステージングエリア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削除：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</a:rPr>
                        <a:t>git rm –cached &lt;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ファイル名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0715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修正：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</a:rPr>
                        <a:t>git add .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87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最新コミット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</a:rPr>
                        <a:t>git commit --amend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25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一つ前のコミット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</a:rPr>
                        <a:t>git filter-repo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634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二つ前のコミット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8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949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</a:rPr>
                        <a:t>初回コミット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549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84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677CE65-3B38-9714-6842-16FE1AC4D257}"/>
              </a:ext>
            </a:extLst>
          </p:cNvPr>
          <p:cNvSpPr/>
          <p:nvPr/>
        </p:nvSpPr>
        <p:spPr>
          <a:xfrm>
            <a:off x="4077194" y="118751"/>
            <a:ext cx="3641767" cy="400110"/>
          </a:xfrm>
          <a:prstGeom prst="roundRect">
            <a:avLst/>
          </a:prstGeom>
          <a:noFill/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Git </a:t>
            </a:r>
            <a:r>
              <a:rPr kumimoji="1" lang="ja-JP" altLang="en-US" dirty="0">
                <a:solidFill>
                  <a:schemeClr val="tx1"/>
                </a:solidFill>
              </a:rPr>
              <a:t>履歴情報の削除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1D0C81-1717-4139-77E0-6B68978C95AC}"/>
              </a:ext>
            </a:extLst>
          </p:cNvPr>
          <p:cNvSpPr txBox="1"/>
          <p:nvPr/>
        </p:nvSpPr>
        <p:spPr>
          <a:xfrm>
            <a:off x="257774" y="863660"/>
            <a:ext cx="6043298" cy="379296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・</a:t>
            </a:r>
            <a:r>
              <a:rPr kumimoji="1" lang="en-US" altLang="ja-JP" dirty="0"/>
              <a:t>git filter-repo</a:t>
            </a:r>
            <a:r>
              <a:rPr kumimoji="1" lang="ja-JP" altLang="en-US" dirty="0"/>
              <a:t>の使い方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【</a:t>
            </a:r>
            <a:r>
              <a:rPr lang="ja-JP" altLang="en-US" dirty="0"/>
              <a:t>準備</a:t>
            </a:r>
            <a:r>
              <a:rPr lang="en-US" altLang="ja-JP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ja-JP" dirty="0"/>
              <a:t>p</a:t>
            </a:r>
            <a:r>
              <a:rPr kumimoji="1" lang="en-US" altLang="ja-JP" dirty="0"/>
              <a:t>ip </a:t>
            </a:r>
            <a:r>
              <a:rPr kumimoji="1" lang="ja-JP" altLang="en-US" dirty="0"/>
              <a:t>で </a:t>
            </a:r>
            <a:r>
              <a:rPr kumimoji="1" lang="en-US" altLang="ja-JP" dirty="0"/>
              <a:t>git filter-repo </a:t>
            </a:r>
            <a:r>
              <a:rPr kumimoji="1" lang="ja-JP" altLang="en-US" dirty="0"/>
              <a:t>インストール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endParaRPr lang="en-US" altLang="ja-JP" dirty="0"/>
          </a:p>
          <a:p>
            <a:pPr>
              <a:lnSpc>
                <a:spcPct val="150000"/>
              </a:lnSpc>
            </a:pPr>
            <a:r>
              <a:rPr kumimoji="1" lang="en-US" altLang="ja-JP" dirty="0"/>
              <a:t>【</a:t>
            </a:r>
            <a:r>
              <a:rPr kumimoji="1" lang="ja-JP" altLang="en-US" dirty="0"/>
              <a:t>リポジトリ変更準備</a:t>
            </a:r>
            <a:r>
              <a:rPr lang="en-US" altLang="ja-JP" dirty="0"/>
              <a:t>[</a:t>
            </a:r>
            <a:r>
              <a:rPr lang="ja-JP" altLang="en-US" dirty="0"/>
              <a:t>ローカルクローン</a:t>
            </a:r>
            <a:r>
              <a:rPr lang="en-US" altLang="ja-JP" dirty="0"/>
              <a:t>]</a:t>
            </a:r>
            <a:r>
              <a:rPr kumimoji="1" lang="en-US" altLang="ja-JP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ja-JP" dirty="0"/>
              <a:t>g</a:t>
            </a:r>
            <a:r>
              <a:rPr kumimoji="1" lang="en-US" altLang="ja-JP" dirty="0"/>
              <a:t>it</a:t>
            </a:r>
            <a:r>
              <a:rPr kumimoji="1" lang="ja-JP" altLang="en-US" dirty="0"/>
              <a:t> </a:t>
            </a:r>
            <a:r>
              <a:rPr kumimoji="1" lang="en-US" altLang="ja-JP" dirty="0"/>
              <a:t>clone &lt;</a:t>
            </a:r>
            <a:r>
              <a:rPr kumimoji="1" lang="ja-JP" altLang="en-US" dirty="0"/>
              <a:t>コピー元</a:t>
            </a:r>
            <a:r>
              <a:rPr kumimoji="1" lang="en-US" altLang="ja-JP" dirty="0"/>
              <a:t>&gt; &lt;</a:t>
            </a:r>
            <a:r>
              <a:rPr kumimoji="1" lang="ja-JP" altLang="en-US" dirty="0"/>
              <a:t>コピー先</a:t>
            </a:r>
            <a:r>
              <a:rPr kumimoji="1" lang="en-US" altLang="ja-JP" dirty="0"/>
              <a:t>&gt; --no-local</a:t>
            </a:r>
          </a:p>
          <a:p>
            <a:pPr>
              <a:lnSpc>
                <a:spcPct val="150000"/>
              </a:lnSpc>
            </a:pPr>
            <a:endParaRPr lang="en-US" altLang="ja-JP" dirty="0"/>
          </a:p>
          <a:p>
            <a:pPr>
              <a:lnSpc>
                <a:spcPct val="150000"/>
              </a:lnSpc>
            </a:pPr>
            <a:r>
              <a:rPr kumimoji="1" lang="en-US" altLang="ja-JP" dirty="0"/>
              <a:t>【</a:t>
            </a:r>
            <a:r>
              <a:rPr kumimoji="1" lang="ja-JP" altLang="en-US" dirty="0"/>
              <a:t>履歴のファイルを強制削除</a:t>
            </a:r>
            <a:r>
              <a:rPr kumimoji="1" lang="en-US" altLang="ja-JP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ja-JP" dirty="0"/>
              <a:t>git filter-repo --force  --path .secret --invert-paths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0F963D-01CE-B7ED-D70A-D51287DB17F9}"/>
              </a:ext>
            </a:extLst>
          </p:cNvPr>
          <p:cNvSpPr txBox="1"/>
          <p:nvPr/>
        </p:nvSpPr>
        <p:spPr>
          <a:xfrm>
            <a:off x="231423" y="62697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https://zenn.dev/serina_yam/articles/a7007f04d9ba6c</a:t>
            </a:r>
          </a:p>
        </p:txBody>
      </p:sp>
    </p:spTree>
    <p:extLst>
      <p:ext uri="{BB962C8B-B14F-4D97-AF65-F5344CB8AC3E}">
        <p14:creationId xmlns:p14="http://schemas.microsoft.com/office/powerpoint/2010/main" val="386438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109</Words>
  <Application>Microsoft Office PowerPoint</Application>
  <PresentationFormat>ワイド画面</PresentationFormat>
  <Paragraphs>23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SAKAMOTO Takayuki 坂本 隆幸</dc:creator>
  <cp:lastModifiedBy>SAKAMOTO Takayuki 坂本 隆幸</cp:lastModifiedBy>
  <cp:revision>13</cp:revision>
  <dcterms:created xsi:type="dcterms:W3CDTF">2026-01-23T05:08:59Z</dcterms:created>
  <dcterms:modified xsi:type="dcterms:W3CDTF">2026-01-23T07:22:07Z</dcterms:modified>
</cp:coreProperties>
</file>