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6C448E-3D68-CBC8-7573-85F449208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B5AE8C-B895-7887-F7E2-96355B4D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A63036-F8A3-A110-E245-B2D93E88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F599B0-CDD4-38CF-F13C-F7C82CCF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66A814-CF14-6EE8-4C19-6707F171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19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9C1E0-E6E1-6CC4-6C8A-BEEA1186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A99EA1-B7CA-9BEE-DED2-FCDE74948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CC80A4-3C97-F8D5-E5E5-D26F97D3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6049F2-5AE4-5F33-138A-C9DF5764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08DAFD-B215-E806-5940-786742E8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02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D60738-0500-C0A4-7D0D-026D42B9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DF6282-3804-6FEC-F529-0416C08F3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8937A7-C2F2-2B9B-CE7D-61F3157F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8207CB-9EF7-E56A-A381-3083523A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7C051-1193-ABE0-554F-6EABE660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64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8FF9EB-A345-2D05-AAD9-5AC211D7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A1383D-C01A-6A40-B00C-956D70607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BAAE53-944A-DFA1-D11C-5231E3B06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3805B4-74F9-2DA1-14A2-D31DB2E9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10BB85-F9CD-7262-FCE9-BDA53AB01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8F6285-3067-A84C-BBB9-80ADE626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77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3FE46B-52D0-9CD8-A8B7-7BAAF7EFC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049CB7-1F32-2CC9-ADEE-B2CCE9C4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38086B-45ED-AAA3-CAC2-4DB86F0F9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2DEEC2-5263-F669-8854-7AC1EC741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F4FD6B2-09C5-5E75-067B-AD7D77AA7F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2FEF5D-E180-075F-7042-BEC6AF4E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F20B2B2-6E73-34F1-62DB-92E19CE9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19C8AF-B9D9-DDFD-BFB3-F617B34F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75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4A0C5-051F-A183-AD56-34FD2165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8787C1A-C29C-FA2A-F715-0AB5D0B1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9E65E9-276D-4C8F-69EE-0F5F859B1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B4E5D7-4B27-6601-B94E-FC1C972D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50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D198CA-BA91-6577-B815-34696646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16904B-DBC4-FD9A-9DC3-A9B35E71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A94174-DEA6-EAF2-13E6-46C93A9D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80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F15415-1E7C-3F71-A440-331BCA84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B9F844-BC10-6283-4DAA-6EEF7C79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294836-17DA-890D-8F87-BBB09C18A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472644-E4F6-779D-EEE2-5AAE37963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D6F099-07C7-E1C3-4060-2A188AC5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85FBE4-925B-E36F-B386-09D26010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59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FE760-0C71-B065-42AD-633E7C431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3E013FD-9F9C-7D01-2046-ACDDFEA06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E059E2-6F6C-84C8-E7B5-2FA41063E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2E02BF-9D6B-8740-E46A-D9E11FC4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891760-0CB7-C8FD-F726-6B628699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3660B-725E-5707-0B2B-CDDF7668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61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D0D435-DC04-DC60-03B1-A3703E24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65CF84-0412-5D63-A7D6-E1826CF0A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40E7DB-56DB-93AC-989D-A76BBF17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345165-8D57-DA0E-9570-58C66A0A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B0E9D6-2A9D-6B6D-AB9D-40B45AF4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89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056700-EB9B-A8F2-0CEF-A53F811DB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E66ECD-2DD7-955E-3732-C71BDEEE1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9A7901-C96F-13D3-1025-72C4A00D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0B879A-5E27-02E1-E41D-B67B2300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AEF0F2-2D4B-5ECB-EF8F-E97EB291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743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2C1A16-63F2-A2B6-F472-D1BFDCCD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51C508-8991-43ED-963E-0B8431B96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AAB1E8-8D9D-4474-4C9D-ABEBD838A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9F8B3-9C32-4091-8D5A-E7221E95F93F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6EA062-35B7-2015-6F5E-90F3A3FA3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440422-1B1C-ED9B-A3E9-2343BDAA8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A1D4E-0249-4837-AA3D-F8083949E1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01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1A7D1FD-6ABB-073F-AFB5-ACEB3CE53B75}"/>
              </a:ext>
            </a:extLst>
          </p:cNvPr>
          <p:cNvSpPr/>
          <p:nvPr/>
        </p:nvSpPr>
        <p:spPr>
          <a:xfrm>
            <a:off x="4027952" y="87683"/>
            <a:ext cx="4136096" cy="320036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matplotlib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7760C0-B805-5EF3-489A-DB1DA3F4A71D}"/>
              </a:ext>
            </a:extLst>
          </p:cNvPr>
          <p:cNvSpPr txBox="1"/>
          <p:nvPr/>
        </p:nvSpPr>
        <p:spPr>
          <a:xfrm>
            <a:off x="214502" y="703399"/>
            <a:ext cx="11028461" cy="17147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Python</a:t>
            </a:r>
            <a:r>
              <a:rPr kumimoji="1" lang="ja-JP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の可視化ライブラリ</a:t>
            </a:r>
            <a:endParaRPr kumimoji="1" lang="en-US" altLang="ja-JP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・グラフや図を描くための代表的なライブラリ</a:t>
            </a:r>
            <a:endParaRPr lang="en-US" altLang="ja-JP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・折れ線グラフ、散布図、棒グラフ、ヒストグラム、等高線図、</a:t>
            </a:r>
            <a:r>
              <a:rPr kumimoji="1" lang="en-US" altLang="ja-JP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3D</a:t>
            </a:r>
            <a:r>
              <a:rPr kumimoji="1" lang="ja-JP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グラフなど多くに対応</a:t>
            </a:r>
            <a:endParaRPr kumimoji="1" lang="en-US" altLang="ja-JP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ja-JP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・</a:t>
            </a:r>
            <a:r>
              <a:rPr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NumPy </a:t>
            </a:r>
            <a:r>
              <a:rPr lang="ja-JP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や </a:t>
            </a:r>
            <a:r>
              <a:rPr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Pandas</a:t>
            </a:r>
            <a:r>
              <a:rPr lang="ja-JP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と組み合わせてデータ分析や機械学習の結果表示にも多く用いられれる</a:t>
            </a:r>
            <a:endParaRPr kumimoji="1" lang="ja-JP" altLang="en-US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30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SAKAMOTO Takayuki 坂本 隆幸</dc:creator>
  <cp:lastModifiedBy>SAKAMOTO Takayuki 坂本 隆幸</cp:lastModifiedBy>
  <cp:revision>2</cp:revision>
  <dcterms:created xsi:type="dcterms:W3CDTF">2026-01-29T08:36:28Z</dcterms:created>
  <dcterms:modified xsi:type="dcterms:W3CDTF">2026-01-29T08:42:46Z</dcterms:modified>
</cp:coreProperties>
</file>