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4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0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52224A-9599-1BB7-3052-A5CF5849C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594906-D438-0AC7-C4D4-BED7496D1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7C2DC7-7F06-8ED1-BBAB-A09E36B2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5051D3-A3BE-369E-1033-CFEB9D57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405FED-B209-E5A1-9D51-40A79E7A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45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47496F-FB5D-6814-2B7E-5DAB7593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3AF623-4E9E-77DC-0DAF-40764E0A8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C7E228-135F-9EFC-3D4D-6AC402D5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FC3C1B-29A9-B932-C5B0-E81E4B09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B4AC2F-E608-CC70-CD35-2753CF383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4867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7F2C1C-592B-15DD-C7CF-3F0D2BB2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C9ED47-4FCC-19EC-1E31-FB6E51ABB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DC053-4D63-A7F1-5E7F-D45BEE74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D8A942-E01C-B24E-56C0-21B77BB5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B63287-C42E-CDF5-9ED5-8A8CDDDA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960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F22B0-B845-1C96-5761-36B208153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C29257-C227-4D30-46EA-76DEB98FC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5E9256-D677-997A-1B88-3D3F70310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266E67-D139-812B-0712-A5B92DBD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FDEB3A-3E8E-8548-ADEC-1152354A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42A6CE-E0BE-FC28-D0BC-91E9AA6E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29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8673CE-62A6-C081-B180-2275463B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480D0B-C824-4FCC-3C7E-C03C0ECFA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89565F-4642-D66D-BBBF-55173F5A5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63BE6A-0C9D-1A48-CFFC-AC1CDE176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78E8BC-DEE0-E462-C336-D7A71772E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F212B7-63F9-40C1-4859-FBE561BC4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58EF5DD-11DE-95BF-138B-A21F485A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E6CE54A-E30E-2229-196F-B7392AA4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203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7CCFB2-CACE-D29B-FED9-7D13CA81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531B0B-3EBC-7633-A148-EE61C18D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2FC3DD-974E-44AB-09A2-DC99D351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77BF44-AA87-1405-43FF-14C11FA4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21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98350C1-C6C4-842C-3EF0-EDE048FD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587E66-4682-E978-F9F2-4159A4E7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AF1A8B-6A5D-1E28-6114-546BF7DD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88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ADAE6-97A6-F16A-8372-52F96902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04C682-857D-1A46-A235-0308F202F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29A258-60BB-9A5C-7486-99F0FB238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4E565D-E878-8874-D606-C5078800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0BC353-E133-35BC-E4C4-5DBF3722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4EFFD0-17B7-B8EE-9930-98F6E363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53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FADBE6-EA8C-EA64-D170-8A207FDA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08F70F-D2F5-CBEC-19A7-D7F161558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36EFD6-F272-0732-7681-E554F3A6C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698A32-93AE-09A5-CB92-51809CFA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810587-6D6B-F059-4934-61ACF45F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B5E5CD-21CA-3C71-EC90-CAE047B8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72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218056-D766-93C3-90E9-01E646D5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4FB22E-27CB-72DC-E4C9-56B5ACE3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E1280D-3549-B791-946D-573BC617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F83238-F585-FCBF-C903-53AF799FF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D8F649-3D10-BB51-636F-0DC02583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5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EC25D7-834B-B1CD-E652-C3D8DB870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C13C16-A984-2681-E408-B65E30C40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62A6C-DD53-8953-CD90-12B40857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C2E4A1-FBE2-D932-229B-1198F24CA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707752-E8E5-B9A1-F6CE-63F54FE7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876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2A95CDF-995D-FEFE-6F07-C1D629E0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0EC78B-1FEE-108E-8575-D4A6633FF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556246-406D-C1DD-B96F-41FE92ED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17481-15DC-46DB-B84E-A2933FA0F164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7F65C8-A5F5-1CBB-7FC9-10754E600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A0319D-374C-D081-8C94-4DF2C96C0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1D84D-52BC-41BF-B715-294D6E7CE2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54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9219C5A-07A2-9A24-2C1A-116ECBC7D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429818"/>
              </p:ext>
            </p:extLst>
          </p:nvPr>
        </p:nvGraphicFramePr>
        <p:xfrm>
          <a:off x="967080" y="789689"/>
          <a:ext cx="6474547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295">
                  <a:extLst>
                    <a:ext uri="{9D8B030D-6E8A-4147-A177-3AD203B41FA5}">
                      <a16:colId xmlns:a16="http://schemas.microsoft.com/office/drawing/2014/main" val="1090200157"/>
                    </a:ext>
                  </a:extLst>
                </a:gridCol>
                <a:gridCol w="3664477">
                  <a:extLst>
                    <a:ext uri="{9D8B030D-6E8A-4147-A177-3AD203B41FA5}">
                      <a16:colId xmlns:a16="http://schemas.microsoft.com/office/drawing/2014/main" val="3418691222"/>
                    </a:ext>
                  </a:extLst>
                </a:gridCol>
                <a:gridCol w="2178775">
                  <a:extLst>
                    <a:ext uri="{9D8B030D-6E8A-4147-A177-3AD203B41FA5}">
                      <a16:colId xmlns:a16="http://schemas.microsoft.com/office/drawing/2014/main" val="2763832171"/>
                    </a:ext>
                  </a:extLst>
                </a:gridCol>
              </a:tblGrid>
              <a:tr h="26555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896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学習の準備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42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の基礎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326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数と変数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76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制御文：真偽と条件分岐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475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制御文：配列とループ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40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制御文：条件付きループ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8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文字と文字列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78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アドレスとポインター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967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関数の作成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290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IO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068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構造体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764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共用体とビットフィールド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74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高度なデータ型、演算子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700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プリプロセッサ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42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47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63</Words>
  <Application>Microsoft Office PowerPoint</Application>
  <PresentationFormat>ワイド画面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SAKAMOTO Takayuki 坂本 隆幸</dc:creator>
  <cp:lastModifiedBy>SAKAMOTO Takayuki 坂本 隆幸</cp:lastModifiedBy>
  <cp:revision>12</cp:revision>
  <dcterms:created xsi:type="dcterms:W3CDTF">2026-02-10T04:35:19Z</dcterms:created>
  <dcterms:modified xsi:type="dcterms:W3CDTF">2026-02-10T06:13:57Z</dcterms:modified>
</cp:coreProperties>
</file>